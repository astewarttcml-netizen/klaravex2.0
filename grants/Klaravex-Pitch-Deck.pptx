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E12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371600"/>
            <a:ext cx="4206240" cy="4206240"/>
          </a:xfrm>
          <a:prstGeom prst="ellipse">
            <a:avLst/>
          </a:prstGeom>
          <a:solidFill>
            <a:srgbClr val="15173A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286000"/>
            <a:ext cx="2377440" cy="2377440"/>
          </a:xfrm>
          <a:prstGeom prst="ellipse">
            <a:avLst/>
          </a:prstGeom>
          <a:solidFill>
            <a:srgbClr val="1E215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258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KLARAVEX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AI-native managed IT &amp; security provider.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production AI agents resolve first-line IT. </a:t>
            </a:r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senior engineer owns every outcome.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Stewart, Founder  ·  Los Angeles, CA  ·  klaravex.com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businesses get the worst of 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75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threats, consumer budgets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5943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compliance mandates, and cyber-insurance requirements hit 10–50-person companies that have no security posture at 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MSPs price them 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429000"/>
            <a:ext cx="5943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Managed-services economics require human headcount, so providers chase bigger clients — small businesses become an afterthought.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nobody owns the outcome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663440"/>
            <a:ext cx="5943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bounce between break-fix vendors, unanswered tickets, and DIY — until an incident forces a panic spend.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2084832"/>
            <a:ext cx="38404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10–50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726680" y="2799893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companies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26680" y="3110789"/>
            <a:ext cx="3657600" cy="400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under-served core of the market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37947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3959352"/>
            <a:ext cx="3840480" cy="710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726680" y="4674413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budget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26680" y="4985309"/>
            <a:ext cx="3657600" cy="400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posture before their first incident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does first-line. A senior engineer owns the rest.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93008" cy="3291840"/>
          </a:xfrm>
          <a:prstGeom prst="roundRect">
            <a:avLst>
              <a:gd name="adj" fmla="val 27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production AI agents handle tier-1/2 support, triage, scheduling, and compliance workflows around the clock — always AI-labeled, never pretending to be human.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1965960"/>
            <a:ext cx="3493008" cy="3291840"/>
          </a:xfrm>
          <a:prstGeom prst="roundRect">
            <a:avLst>
              <a:gd name="adj" fmla="val 27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224028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1728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1728" y="33375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gates on higher-risk actions. Complex issues route to a senior engineer with full context — no re-explaining, no ticket purgatory.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1965960"/>
            <a:ext cx="3493008" cy="3291840"/>
          </a:xfrm>
          <a:prstGeom prst="roundRect">
            <a:avLst>
              <a:gd name="adj" fmla="val 27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9056" y="22402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44905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49056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49056" y="33375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gets a named senior engineer accountable for outcomes, a live portal, and documented resolutions. Accountability is the product.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“89% of IT issues resolved before you finish your coffee.”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AI-native window is open — briefly.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6654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66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crossed the reliability threshold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6126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18 months, frontier-model agents became dependable enough for real ticket resolution — not chatbots, actual fixes.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46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cannot retrofit the cost structure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126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MSPs carry human-headcount economics. An AI-first operator sets a price floor they cannot follow.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26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57200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demand is exploding downstream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846320"/>
            <a:ext cx="6126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Cyber-insurance questionnaires, HIPAA, SOC 2 — requirements now reach companies far too small for traditional providers.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1031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2267712"/>
            <a:ext cx="3840480" cy="1267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~5×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726680" y="367223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26680" y="3983126"/>
            <a:ext cx="3657600" cy="1036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 + agents vs. a ten-person MSP delivering the same client base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production platform, not a prototype.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82296" cy="1554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 AI agents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resolution, lead qualification, scheduling, compliance — in production today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011680"/>
            <a:ext cx="82296" cy="1554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2212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portal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261518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auth, live ticket status, named engineer, documented resolutions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94760"/>
            <a:ext cx="82296" cy="1554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95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Knowledge-base RAG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" y="439826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grounded answers; every fix becomes searchable institutional memory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379476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794760"/>
            <a:ext cx="82296" cy="1554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3995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ops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19088" y="439826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Stripe products live; self-healing infrastructure with watchdog monitoring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Claude API · FastAPI · Celery · MCP · RAG · Azure + Hetzner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huge market the incumbents structurally ignore.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76272"/>
            <a:ext cx="347472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$300B+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247949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managed services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58845"/>
            <a:ext cx="3291840" cy="729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~12% annually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76272"/>
            <a:ext cx="347472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80560" y="3247949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small businesses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558845"/>
            <a:ext cx="3291840" cy="729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with no dedicated 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176272"/>
            <a:ext cx="347472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183880" y="3247949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3558845"/>
            <a:ext cx="3291840" cy="729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recurring plans + consumer self-serve sessions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10–50-seat US businesses with compliance pressure (healthcare, legal, finance) — bought per-seat, landed through a free assessment funnel, expanded through supplier-diversity procurement (NGLCC / MBE certified).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Recurring per-seat revenue, near-zero marginal cost.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15173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Managed Plans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670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Assurance · Directive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monthly recurring; the core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7408" y="2011680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Fixed-fee Projects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63440" y="2670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audits, M365/Azure, compliance readiness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entry points that convert to plans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2011680"/>
            <a:ext cx="3493008" cy="2286000"/>
          </a:xfrm>
          <a:prstGeom prst="roundRect">
            <a:avLst>
              <a:gd name="adj" fmla="val 4000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Sessions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430768" y="2670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help, security, job-hunt kit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30768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self-checkout; zero sales motion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unit-economics engine: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deflection resolves routine tickets at near-zero marginal cost. Each new seat adds revenue without adding headcount — the margin curve bends the opposite way from a traditional MSP.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and live — launching revenue now.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76272"/>
            <a:ext cx="2514600" cy="883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10530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16198"/>
            <a:ext cx="2331720" cy="598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176272"/>
            <a:ext cx="2514600" cy="883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38728" y="310530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SKUs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8728" y="3416198"/>
            <a:ext cx="2331720" cy="598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links live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2176272"/>
            <a:ext cx="2514600" cy="883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00216" y="310530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properties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3416198"/>
            <a:ext cx="2331720" cy="598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EU, B2B + consumer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2176272"/>
            <a:ext cx="2514600" cy="883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061704" y="310530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61704" y="3416198"/>
            <a:ext cx="2331720" cy="598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bootstrapped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(June 2026):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pre-revenue; platform, billing, portal, and insurance (cyber + E&amp;O) all in place; first marketing campaign launching now; NGLCC LGBTBE and MBE certifications in progress.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this slide was designed, built, and shipped by one founder.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 with a free assessment. Expand per seat.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IT assessment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3200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red/yellow/green risk scorecard — a concrete artifact, not a sales call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59936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07408" y="20116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to managed plan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map directly to per-seat tiers; the scorecard sells the fix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27264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74736" y="20116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30768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&amp; refer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30768" y="3200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visibility + quarterly reviews drive seat growth and referrals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SEO/AEO content engine (knowledge base live) · partner referrals (accountants, cyber-insurance brokers) · supplier-diversity procurement via NGLCC + MBE certification · consumer self-serve at personal.klaravex.com.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Anthony Stewart — builder and operator.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0E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28600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Anthony Stewart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Senior Engineer · Los Angeles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342900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IT and security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an independent consultancy in Berlin serving SMBs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engineered the 78-agent platform end-to-end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 and LGBTQ+-owned (100%) — NGLCC &amp; MBE certifications in progress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15173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founder wins this market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gap between “the technical founder” and “the delivery team.” The person who built the agents is the senior engineer who owns client outcomes — which is exactly the accountability promise the product makes. Bootstrapped discipline keeps costs near zero until revenue scales.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12 months: prove the model in public.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KLARAVEX —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6654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66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B2B clients + 100 consumer sessions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59436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covering all operating costs by month twelve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NGLCC LGBTBE + MBE certified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429000"/>
            <a:ext cx="59436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two corporate supplier-diversity registrations submitted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52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2976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AI-deflection economics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572000"/>
            <a:ext cx="59436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AI resolution rate and cost-per-ticket benchmarks vs. traditional MSPs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01168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15173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we’re seeking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63840" y="27432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partnership, mentorship, and growth capital conversations — plus customers and supplier-diversity channel introductions. Capital accelerates acquisition and certifications; the platform is already paid for.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Stewart · astewart@klaravex.com · klaravex.com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2026-06-10T16:45:12Z</dcterms:created>
  <dcterms:modified xsi:type="dcterms:W3CDTF">2026-06-10T16:45:12Z</dcterms:modified>
</cp:coreProperties>
</file>