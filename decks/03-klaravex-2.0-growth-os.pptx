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INTERNAL — KLARAVEX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Growth OS: the strangler-fig rebuild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Calibri"/>
              </a:rPr>
              <a:t>A parallel product tree that takes over revenue generation stream by stream — while the production monolith keeps serving. Growth must keep running even if the legacy schedulers die.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Why a second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The monolith works — and that is the problem</a:t>
            </a:r>
          </a:p>
          <a:p>
            <a:r>
              <a:rPr sz="1400">
                <a:solidFill>
                  <a:srgbClr val="1C1C1A"/>
                </a:solidFill>
              </a:rPr>
              <a:t>      Growth cadence, agent charters, and product runtime share one crash domain and one scheduler (Celery beat).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Strangler-fig, not rewrite</a:t>
            </a:r>
          </a:p>
          <a:p>
            <a:r>
              <a:rPr sz="1400">
                <a:solidFill>
                  <a:srgbClr val="1C1C1A"/>
                </a:solidFill>
              </a:rPr>
              <a:t>      Klaravex2.0 owns the new implementation home; live klaravex stays production until each stream cuts over.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Independence as a requirement</a:t>
            </a:r>
          </a:p>
          <a:p>
            <a:r>
              <a:rPr sz="1400">
                <a:solidFill>
                  <a:srgbClr val="1C1C1A"/>
                </a:solidFill>
              </a:rPr>
              <a:t>      Growth streams run on systemd timers — if Celery beat or the ops layer dies, revenue generation keeps its cadence.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Four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246888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 — Revenue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Charters + local outbox in Klaravex2.0/revenue-agents. Source of truth for agent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B — Ops glue (n8n)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Optional callers of the Growth API. Never owns rubrics.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C — Growth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FastAPI control plane on :4210 + systemd timers + charter executor running Claude in background threads.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D — KLARAVEX-OS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Operator cockpit on :4100. Calls the Growth API exclusively for growth — see deck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Migration: shadow → cutover, per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Phase 0–1</a:t>
            </a:r>
          </a:p>
          <a:p>
            <a:r>
              <a:rPr sz="1400">
                <a:solidFill>
                  <a:srgbClr val="1C1C1A"/>
                </a:solidFill>
              </a:rPr>
              <a:t>      Inventory legacy beat schedules; stand up the Growth API stub with auth and health checks.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Phase 2 — where we are</a:t>
            </a:r>
          </a:p>
          <a:p>
            <a:r>
              <a:rPr sz="1400">
                <a:solidFill>
                  <a:srgbClr val="1C1C1A"/>
                </a:solidFill>
              </a:rPr>
              <a:t>      Shadow: timers live and firing into the Growth API; legacy beat still owns truth; outboxes compared.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Phase 3</a:t>
            </a:r>
          </a:p>
          <a:p>
            <a:r>
              <a:rPr sz="1400">
                <a:solidFill>
                  <a:srgbClr val="1C1C1A"/>
                </a:solidFill>
              </a:rPr>
              <a:t>      Per-stream cutover: leads first (low blast radius), then freelance/ads, then the gated publish path (socials → seo-blog → kb → backlinks), gatekeeper last.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Phase 4</a:t>
            </a:r>
          </a:p>
          <a:p>
            <a:r>
              <a:rPr sz="1400">
                <a:solidFill>
                  <a:srgbClr val="1C1C1A"/>
                </a:solidFill>
              </a:rPr>
              <a:t>      Beat-kill test: stop the legacy scheduler in a controlled window and prove Growth cadence survives.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Phase 5</a:t>
            </a:r>
          </a:p>
          <a:p>
            <a:r>
              <a:rPr sz="1400">
                <a:solidFill>
                  <a:srgbClr val="1C1C1A"/>
                </a:solidFill>
              </a:rPr>
              <a:t>      Adapters (Clay / Taplio / outreach / WordPress) and full Layer-D wiring.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Rollback per stream: disable the timer, re-enable the legacy schedule, keep the new outbox as forensic replay.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Guardrails carried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Human gate on publish</a:t>
            </a:r>
          </a:p>
          <a:p>
            <a:r>
              <a:rPr sz="1400">
                <a:solidFill>
                  <a:srgbClr val="1C1C1A"/>
                </a:solidFill>
              </a:rPr>
              <a:t>      Gated streams draft to the outbox; nothing publishes without the gatekeeper.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Scorecards</a:t>
            </a:r>
          </a:p>
          <a:p>
            <a:r>
              <a:rPr sz="1400">
                <a:solidFill>
                  <a:srgbClr val="1C1C1A"/>
                </a:solidFill>
              </a:rPr>
              <a:t>      Every stream reports cadence and output to a scorecard — silent failure is treated as failure.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Non-goals stay non-goals</a:t>
            </a:r>
          </a:p>
          <a:p>
            <a:r>
              <a:rPr sz="1400">
                <a:solidFill>
                  <a:srgbClr val="1C1C1A"/>
                </a:solidFill>
              </a:rPr>
              <a:t>      No replacement of the support runtime or deploys; no shared crash domains; no defense/CMMC surfaces.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Status: Phase 2 shadow, timers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Next milestone: first stream cutover (leads).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Runbooks: MIGRATION.md · docs/cutover-checklist.md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Klaravex2.0 —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