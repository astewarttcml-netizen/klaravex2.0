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INTERNAL — KLARAVEX-OS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One screen for the whole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The internal operating console: delivery, pipeline, finances, comms, the knowledge layer, and the AI agent fleet — real Postgres, real connectors, honest status. Single-operator by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What lives on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Delivery</a:t>
            </a:r>
          </a:p>
          <a:p>
            <a:r>
              <a:rPr sz="1400">
                <a:solidFill>
                  <a:srgbClr val="1C1C1A"/>
                </a:solidFill>
              </a:rPr>
              <a:t>      Client work and project state — what is due, what is blocked, what shipped.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Pipeline &amp; finances</a:t>
            </a:r>
          </a:p>
          <a:p>
            <a:r>
              <a:rPr sz="1400">
                <a:solidFill>
                  <a:srgbClr val="1C1C1A"/>
                </a:solidFill>
              </a:rPr>
              <a:t>      Prospects, proposals, MRR, and billing state in one view.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Comms &amp; knowledge layer</a:t>
            </a:r>
          </a:p>
          <a:p>
            <a:r>
              <a:rPr sz="1400">
                <a:solidFill>
                  <a:srgbClr val="1C1C1A"/>
                </a:solidFill>
              </a:rPr>
              <a:t>      Conversations and the durable memory the agents read and write.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Agent fleet</a:t>
            </a:r>
          </a:p>
          <a:p>
            <a:r>
              <a:rPr sz="1400">
                <a:solidFill>
                  <a:srgbClr val="1C1C1A"/>
                </a:solidFill>
              </a:rPr>
              <a:t>      Every autonomous stream with honest status — running, idle, failed — no green-washing.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How the systems tie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246888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klaravex (production)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 live monolith: support runtime, voice/SMS/chat, billing, website, autonomous engineering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Klaravex2.0 (Growth 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Layers A + C: revenue-agent charters, outbox, Growth API :4210, systemd cadence.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900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KLARAVEX-OS :4100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Layer D. Reads the operating picture; drives growth exclusively through the Growth API — never around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920240"/>
            <a:ext cx="2468880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031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8346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One owner approves gated publishes, watches scorecards, and intervenes where judgment is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Rule of the architecture: the cockpit talks to control planes, not to internals.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Design decisions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Single-operator, single-tenant</a:t>
            </a:r>
          </a:p>
          <a:p>
            <a:r>
              <a:rPr sz="1400">
                <a:solidFill>
                  <a:srgbClr val="1C1C1A"/>
                </a:solidFill>
              </a:rPr>
              <a:t>      One instance, one owner. The multi-tenant product build is a separate, later phase.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Honest status over dashboards-theater</a:t>
            </a:r>
          </a:p>
          <a:p>
            <a:r>
              <a:rPr sz="1400">
                <a:solidFill>
                  <a:srgbClr val="1C1C1A"/>
                </a:solidFill>
              </a:rPr>
              <a:t>      Real Postgres, real connectors; if a connector is down, the screen says so.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Separate from the client portal</a:t>
            </a:r>
          </a:p>
          <a:p>
            <a:r>
              <a:rPr sz="1400">
                <a:solidFill>
                  <a:srgbClr val="1C1C1A"/>
                </a:solidFill>
              </a:rPr>
              <a:t>      Founders OS — the client-facing dashboard (readiness scores, compliance tracker, magic-link login) — is a different product that shares the philosophy, not the instance.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Credentials via vault</a:t>
            </a:r>
          </a:p>
          <a:p>
            <a:r>
              <a:rPr sz="1400">
                <a:solidFill>
                  <a:srgbClr val="1C1C1A"/>
                </a:solidFill>
              </a:rPr>
              <a:t>      Runs with 1Password-injected environment — no secrets in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The full estate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klaravex.com</a:t>
            </a:r>
          </a:p>
          <a:p>
            <a:r>
              <a:rPr sz="1400">
                <a:solidFill>
                  <a:srgbClr val="1C1C1A"/>
                </a:solidFill>
              </a:rPr>
              <a:t>      B2B managed IT &amp; security — AI-first delivery, senior judgment on top (deck 1).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personal.klaravex.com</a:t>
            </a:r>
          </a:p>
          <a:p>
            <a:r>
              <a:rPr sz="1400">
                <a:solidFill>
                  <a:srgbClr val="1C1C1A"/>
                </a:solidFill>
              </a:rPr>
              <a:t>      Consumer help by Klaravex AI — $29 sessions, free scam recovery (deck 2).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Klaravex 2.0</a:t>
            </a:r>
          </a:p>
          <a:p>
            <a:r>
              <a:rPr sz="1400">
                <a:solidFill>
                  <a:srgbClr val="1C1C1A"/>
                </a:solidFill>
              </a:rPr>
              <a:t>      Growth OS strangler-fig — autonomous revenue streams on independent cadence (deck 3).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KLARAVEX-OS</a:t>
            </a:r>
          </a:p>
          <a:p>
            <a:r>
              <a:rPr sz="1400">
                <a:solidFill>
                  <a:srgbClr val="1C1C1A"/>
                </a:solidFill>
              </a:rPr>
              <a:t>      The cockpit that watches and steers all of it — this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company. Four surfaces. One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Production: real connectors, honest status, gated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Next: wire Layer D to the Growth API for every 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KLARAVEX-OS — internal · localhost:4100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