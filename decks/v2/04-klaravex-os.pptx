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INTERNAL — KLARAVEX-OS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yne"/>
              </a:rPr>
              <a:t>The operator cockpit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Inter"/>
              </a:rPr>
              <a:t>Distinct from Founders OS (client portal). Runs on :4100 for internal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Inter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KLARAVEX-OS vs Founders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KLARAVEX-OS (:4100) = internal operations. Founders OS = client portal for end-users.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Core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Real-time monitoring, agent orchestration, billing management, and compliance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Built on FastAPI, PostgreSQL, and systemd timers. Calls Growth API exclusively.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yne"/>
              </a:rPr>
              <a:t>Access KLARAVEX-OS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Inter"/>
              </a:rPr>
              <a:t>Local: http://localhost:4100 | Production: [internal URL]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Inter"/>
              </a:rPr>
              <a:t>localhost:4100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Inter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