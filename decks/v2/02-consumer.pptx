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KLARAVEX PERSONAL — CONSUMER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yne"/>
              </a:rPr>
              <a:t>Plain-English tech help, any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Inter"/>
              </a:rPr>
              <a:t>AI-powered support labeled as AI. $29 sessions, monthly plans, free scam recovery.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Syne"/>
              </a:rPr>
              <a:t>Simple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$29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One-off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$29/mo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Solo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$39/mo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Family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Scam &amp; hack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Who it serves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Parents, grandparents, scam victims, job seekers — anyone who hates tech jargon.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Syne"/>
              </a:rPr>
              <a:t>Session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11535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2286000"/>
            <a:ext cx="228600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Start 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286000"/>
            <a:ext cx="2286000" cy="731520"/>
          </a:xfrm>
          <a:prstGeom prst="rect">
            <a:avLst/>
          </a:prstGeom>
          <a:solidFill>
            <a:srgbClr val="F5F3E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Inter"/>
              </a:rPr>
              <a:t>Describe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2286000" cy="731520"/>
          </a:xfrm>
          <a:prstGeom prst="rect">
            <a:avLst/>
          </a:prstGeom>
          <a:solidFill>
            <a:srgbClr val="F5F3E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Inter"/>
              </a:rPr>
              <a:t>Guided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Inter"/>
              </a:rPr>
              <a:t>Consumer support session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Trust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Always labeled as AI. No fake humans, no upsell scripts, transparent pricing.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yne"/>
              </a:rPr>
              <a:t>Tech that works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Inter"/>
              </a:rPr>
              <a:t>A session is $29. Scam or hack? Help is free. Chat any hour.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Inter"/>
              </a:rPr>
              <a:t>personal.klaravex.com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