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laravex-logo-light-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457200"/>
            <a:ext cx="18288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82880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Inter"/>
              </a:rPr>
              <a:t>INTERNAL — KLARAVEX GROWTH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Syne"/>
              </a:rPr>
              <a:t>The strangler-fig rebuild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9448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BBBBB"/>
                </a:solidFill>
                <a:latin typeface="Inter"/>
              </a:rPr>
              <a:t>A parallel product tree that takes over revenue generation stream by stream while the monolith serves.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82296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Inter"/>
              </a:rPr>
              <a:t>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5555"/>
                </a:solidFill>
                <a:latin typeface="Inter"/>
              </a:rPr>
              <a:t>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C1A"/>
                </a:solidFill>
                <a:latin typeface="Syne"/>
              </a:rPr>
              <a:t>Why a second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Inter"/>
              </a:rPr>
              <a:t>The legacy monolith works but limits growth cadence. Growth OS runs independently on systemd timers.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5555"/>
                </a:solidFill>
                <a:latin typeface="Inter"/>
              </a:rPr>
              <a:t>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Syne"/>
              </a:rPr>
              <a:t>Growth OS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11535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2286000"/>
            <a:ext cx="3200400" cy="7315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3774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Revenue Agents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3200400"/>
            <a:ext cx="3200400" cy="731520"/>
          </a:xfrm>
          <a:prstGeom prst="rect">
            <a:avLst/>
          </a:prstGeom>
          <a:solidFill>
            <a:srgbClr val="F5F3EE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32918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F46E5"/>
                </a:solidFill>
                <a:latin typeface="Inter"/>
              </a:rPr>
              <a:t>Ops Glue (n8n)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4114800"/>
            <a:ext cx="3200400" cy="731520"/>
          </a:xfrm>
          <a:prstGeom prst="rect">
            <a:avLst/>
          </a:prstGeom>
          <a:solidFill>
            <a:srgbClr val="F5F3EE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42062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F46E5"/>
                </a:solidFill>
                <a:latin typeface="Inter"/>
              </a:rPr>
              <a:t>Growth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5029200"/>
            <a:ext cx="3200400" cy="731520"/>
          </a:xfrm>
          <a:prstGeom prst="rect">
            <a:avLst/>
          </a:prstGeom>
          <a:solidFill>
            <a:srgbClr val="F5F3EE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5120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F46E5"/>
                </a:solidFill>
                <a:latin typeface="Inter"/>
              </a:rPr>
              <a:t>KLARAVEX-OS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017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55555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931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55555"/>
                </a:solidFill>
                <a:latin typeface="Inter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846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55555"/>
                </a:solidFill>
                <a:latin typeface="Inter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3504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Inter"/>
              </a:rPr>
              <a:t>Four-layer architecture diagram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5555"/>
                </a:solidFill>
                <a:latin typeface="Inter"/>
              </a:rPr>
              <a:t>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C1A"/>
                </a:solidFill>
                <a:latin typeface="Syne"/>
              </a:rPr>
              <a:t>Migration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Inter"/>
              </a:rPr>
              <a:t>Shadow → cutover per stream. Live monolith remains production until each stream is verified.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laravex-logo-light-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457200"/>
            <a:ext cx="18288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10312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yne"/>
              </a:rPr>
              <a:t>Growth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  <a:latin typeface="Inter"/>
              </a:rPr>
              <a:t>Operator access: KLARAVEX-OS cockpit on :4100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818CF8"/>
                </a:solidFill>
                <a:latin typeface="Inter"/>
              </a:rPr>
              <a:t>internal.klaravex.com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82296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Inter"/>
              </a:rPr>
              <a:t>INTERNAL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