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457200"/>
            <a:ext cx="18288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8288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Inter"/>
              </a:rPr>
              <a:t>INTERNAL — 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yne"/>
              </a:rPr>
              <a:t>Klaravex platform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Inter"/>
              </a:rPr>
              <a:t>Ground truth in ARCHITECTURE.md, Klaravex2.0/MIGRATION.md, and klaravex-os README.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Inter"/>
              </a:rP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Inter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Estate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Klaravex → Klaravex2.0 → KLARAVEX-OS: incremental migration from legacy to modern stack.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Inter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Syne"/>
              </a:rPr>
              <a:t>Estate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3200400"/>
            <a:ext cx="2286000" cy="7315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2918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Klaravex (Legacy)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200400"/>
            <a:ext cx="2286000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2918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Klaravex2.0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3200400"/>
            <a:ext cx="228600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32918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KLARAVEX-OS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55555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55555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Inter"/>
              </a:rPr>
              <a:t>Klaravex platform estate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Inter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Growth OS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Four layers: Revenue agents → Ops glue (n8n) → Growth API → KLARAVEX-OS.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Inter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Core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Python, FastAPI, PostgreSQL, systemd timers, Claude AI agents, UniFi network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Inter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Security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Zero-trust networking, conditional access, encrypted messaging, audit trails per compliance requirements.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457200"/>
            <a:ext cx="18288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031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yne"/>
              </a:rPr>
              <a:t>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Inter"/>
              </a:rPr>
              <a:t>ARCHITECTURE.md · Klaravex2.0/MIGRATION.md · klaravex-os README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18CF8"/>
                </a:solidFill>
                <a:latin typeface="Inter"/>
              </a:rPr>
              <a:t>internal-docs.klaravex.com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Inter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