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KLARAVEX LLC — INVESTOR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yne"/>
              </a:rPr>
              <a:t>AI-first managed IT &amp; security for US businesses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Inter"/>
              </a:rPr>
              <a:t>89% of issues resolved by AI instantly, 24/7. The 11% that need judgment get a senior engineer in under two hours.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The problem with IT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Small US businesses pay $150–300/hr for reactive IT that overpromises and underdelivers. Security gaps cost them millions in breaches.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AI can automate 89% of routine IT work instantly. Senior engineers focus on the 11% that matters — security, architecture,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One engine, two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Klaravex runs on a single AI-powered operations platform serving both B2B businesses and B2C consumers.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11535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27432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468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AI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286000"/>
            <a:ext cx="2743200" cy="91440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F46E5"/>
                </a:solidFill>
                <a:latin typeface="Inter"/>
              </a:rPr>
              <a:t>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2743200" cy="91440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468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F46E5"/>
                </a:solidFill>
                <a:latin typeface="Inter"/>
              </a:rPr>
              <a:t>Surfaces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Inter"/>
              </a:rPr>
              <a:t>Klaravex operational engine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Unit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89%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of issues resolved by AI instantly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handled by senior engineers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&lt;2hrs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engineer response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$75–250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per user per month (B2B)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Moat: The company runs on its own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Klaravex's entire operations, sales, and support run on the same platform it sells — ensuring constant product-market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Targeting law, accounting, and medical SMBs with free security assessments and transparent pricing.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[PLACEHOLDER — Pull real numbers from scorecards. No fabrication.]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Founder with 15+ years in enterprise IT and security. Senior engineering team with cloud and AI expertise.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yne"/>
              </a:rPr>
              <a:t>Invest in the future of IT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Inter"/>
              </a:rPr>
              <a:t>AI-first, transparent, and accountable. Built for US businesses.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Inter"/>
              </a:rPr>
              <a:t>klaravex.com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