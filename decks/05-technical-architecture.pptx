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INTERNAL / TECHNICAL — KLARAVEX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Architecture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Calibri"/>
              </a:rPr>
              <a:t>How the production monolith, the Growth OS strangler-fig, and the operator console fit together — crash domains, control planes, and the policy layer that binds every actor.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Production monolith: four concentric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1 — Marketing/edge</a:t>
            </a:r>
          </a:p>
          <a:p>
            <a:r>
              <a:rPr sz="1400">
                <a:solidFill>
                  <a:srgbClr val="1C1C1A"/>
                </a:solidFill>
              </a:rPr>
              <a:t>      Bun + React + TypeScript public site with the chat widget, served via Bun.serve().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2 — Infra runtime</a:t>
            </a:r>
          </a:p>
          <a:p>
            <a:r>
              <a:rPr sz="1400">
                <a:solidFill>
                  <a:srgbClr val="1C1C1A"/>
                </a:solidFill>
              </a:rPr>
              <a:t>      FastAPI handlers and integrations: voice, SMS, billing, mail via Graph, remote sessions, freelance-bid pipeline, admin console/portal, dunning, migration tooling.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3 — Autonomous ops loop</a:t>
            </a:r>
          </a:p>
          <a:p>
            <a:r>
              <a:rPr sz="1400">
                <a:solidFill>
                  <a:srgbClr val="1C1C1A"/>
                </a:solidFill>
              </a:rPr>
              <a:t>      Closed RARV-C cycle (Reason–Act–Review–Verify–Converge): artifact manifests, static analysis + pytest gates, council votes, trust trajectory, continuity log.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4 — Knowledge &amp; policy</a:t>
            </a:r>
          </a:p>
          <a:p>
            <a:r>
              <a:rPr sz="1400">
                <a:solidFill>
                  <a:srgbClr val="1C1C1A"/>
                </a:solidFill>
              </a:rPr>
              <a:t>      The hard policy contract every actor reads first: memory policy, note_submissions logging, Pattern 32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Event-driven, handler-per-surface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1911096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Inbound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Webhooks: voice, SMS, billing, mail, freelance platforms, remote-session events, WhatsApp.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2304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9776" y="1920240"/>
            <a:ext cx="1911096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Dispatcher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Six engineer pillars in a registry; each scores tickets via matches_ticket() — no substring routing.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0912" y="1920240"/>
            <a:ext cx="1911096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Shared input/output filters on every AI surface; dual-secret escalation so one env regression can't break the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1920240"/>
            <a:ext cx="1911096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Outbound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Deliberately narrowed: cold outreach only via the outreach platform, transactional mail only via Graph.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73184" y="1920240"/>
            <a:ext cx="1911096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Human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4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Admin inbox + dark-theme portal: bids, denials, webhook failures, approvals.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Migrations apply only through a gated internal endpoint with path-traversal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Data &amp; session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Pattern 32 routing</a:t>
            </a:r>
          </a:p>
          <a:p>
            <a:r>
              <a:rPr sz="1400">
                <a:solidFill>
                  <a:srgbClr val="1C1C1A"/>
                </a:solidFill>
              </a:rPr>
              <a:t>      Surface TLD determines the database target (US → Azure Postgres). Unmapped surfaces hard-fail; a pre-flight gate enforces it at session start.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Chat session model</a:t>
            </a:r>
          </a:p>
          <a:p>
            <a:r>
              <a:rPr sz="1400">
                <a:solidFill>
                  <a:srgbClr val="1C1C1A"/>
                </a:solidFill>
              </a:rPr>
              <a:t>      Widget obtains a session token from /chat/start; the agent persists history per token with tool-calling (payments, leads, escalation) on top.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Memory discipline</a:t>
            </a:r>
          </a:p>
          <a:p>
            <a:r>
              <a:rPr sz="1400">
                <a:solidFill>
                  <a:srgbClr val="1C1C1A"/>
                </a:solidFill>
              </a:rPr>
              <a:t>      Every mutation logs a note_submissions row at action time — the audit trail is the product's nervous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Growth OS: strangler-fig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246888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 — Charters + outbox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Revenue-agent behavior as versioned charters; drafts land in a local outbox (source of truth).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B — n8n glue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Optional orchestration; calls the Growth API, never owns rubrics.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C — Growth API + timers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FastAPI control plane (:4210), systemd timers per stream, charter executor running Claude in background threads. Independent of Celery beat.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D — KLARAVEX-OS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Next.js operator cockpit (:4100) — talks to C exclusively for growth.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Phase 2 shadow today. Cutover order: leads → freelance/ads → gated publish chain → gatekeeper. Phase 4 is a deliberate beat-kill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Crash domains &amp; failure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Three isolated domains</a:t>
            </a:r>
          </a:p>
          <a:p>
            <a:r>
              <a:rPr sz="1400">
                <a:solidFill>
                  <a:srgbClr val="1C1C1A"/>
                </a:solidFill>
              </a:rPr>
              <a:t>      Product runtime (monolith) · Growth cadence (systemd) · Operator console (Next.js/Postgres). Any one can die without taking the others.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HA topology</a:t>
            </a:r>
          </a:p>
          <a:p>
            <a:r>
              <a:rPr sz="1400">
                <a:solidFill>
                  <a:srgbClr val="1C1C1A"/>
                </a:solidFill>
              </a:rPr>
              <a:t>      Primary rig + US watchdog VM: streaming Postgres standby, failure detector off-primary, hot-standby service instances, edge proxy.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Honest degradation</a:t>
            </a:r>
          </a:p>
          <a:p>
            <a:r>
              <a:rPr sz="1400">
                <a:solidFill>
                  <a:srgbClr val="1C1C1A"/>
                </a:solidFill>
              </a:rPr>
              <a:t>      Consoles show real connector status; silent failure is treated as failure (scorecards, watchdog escalation).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Rollback as a first-class path</a:t>
            </a:r>
          </a:p>
          <a:p>
            <a:r>
              <a:rPr sz="1400">
                <a:solidFill>
                  <a:srgbClr val="1C1C1A"/>
                </a:solidFill>
              </a:rPr>
              <a:t>      Per-stream rollback: disable timer, re-enable legacy schedule, keep the new outbox as forensic replay.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Security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Secrets</a:t>
            </a:r>
          </a:p>
          <a:p>
            <a:r>
              <a:rPr sz="1400">
                <a:solidFill>
                  <a:srgbClr val="1C1C1A"/>
                </a:solidFill>
              </a:rPr>
              <a:t>      1Password-injected environments; credential wiring logged by variable name, never value.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Web surface</a:t>
            </a:r>
          </a:p>
          <a:p>
            <a:r>
              <a:rPr sz="1400">
                <a:solidFill>
                  <a:srgbClr val="1C1C1A"/>
                </a:solidFill>
              </a:rPr>
              <a:t>      CSP with explicit script/connect allowlists, security-header parity across sites, origin allowlists + rate limits on public AI endpoints.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AI safety rails</a:t>
            </a:r>
          </a:p>
          <a:p>
            <a:r>
              <a:rPr sz="1400">
                <a:solidFill>
                  <a:srgbClr val="1C1C1A"/>
                </a:solidFill>
              </a:rPr>
              <a:t>      Input/output guardrails, GDPR consent gates, message-length caps, labeled-AI policy enforced at two boundaries.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Change control</a:t>
            </a:r>
          </a:p>
          <a:p>
            <a:r>
              <a:rPr sz="1400">
                <a:solidFill>
                  <a:srgbClr val="1C1C1A"/>
                </a:solidFill>
              </a:rPr>
              <a:t>      Gated migrations, pre-deploy rollback points, post-deploy verification, host-key hard-stops on SSH.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Questions welcome — the code is the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klaravex (production) · Klaravex2.0 (Growth OS) · klaravex-os (cockpit)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Architecture docs: ARCHITECTURE.md · MIGRATION.md · TOPOLOGY.md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Calibri"/>
              </a:rPr>
              <a:t>internal / technical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