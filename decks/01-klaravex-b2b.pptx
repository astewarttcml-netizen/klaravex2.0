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Calibri"/>
              </a:rPr>
              <a:t>KLARAVEX LLC —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AI-first managed IT &amp; security for US businesses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Calibri"/>
              </a:rPr>
              <a:t>89% of issues resolved by AI instantly, 24/7. The 11% that need judgment get a senior engineer in under two hours. Flat fee per user. No vendor commissions — ever.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The model in four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89%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of issues resolved by AI instantly — Tier 1 &amp; 2, monitoring, provisioning, onboarding,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11%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handled personally by a senior engineer — security incidents, architecture, compliance, vendor decisions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2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senior engineer response commitment, backed by a service credit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Calibri"/>
              </a:rP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Calibri"/>
              </a:rPr>
              <a:t>vendor commissions. Recommendations carry no hidden margin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Small law firms</a:t>
            </a:r>
          </a:p>
          <a:p>
            <a:r>
              <a:rPr sz="1400">
                <a:solidFill>
                  <a:srgbClr val="1C1C1A"/>
                </a:solidFill>
              </a:rPr>
              <a:t>      Client-file confidentiality, litigation-hold readiness, email security that holds up in discovery.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Accounting practices</a:t>
            </a:r>
          </a:p>
          <a:p>
            <a:r>
              <a:rPr sz="1400">
                <a:solidFill>
                  <a:srgbClr val="1C1C1A"/>
                </a:solidFill>
              </a:rPr>
              <a:t>      SOC 2 readiness, financial-data controls, tax-season uptime.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Medical offices</a:t>
            </a:r>
          </a:p>
          <a:p>
            <a:r>
              <a:rPr sz="1400">
                <a:solidFill>
                  <a:srgbClr val="1C1C1A"/>
                </a:solidFill>
              </a:rPr>
              <a:t>      Strict HIPAA readiness — access controls, audit trails, encrypted messaging, BAA discipline.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US SMBs on Microsoft 365 / Google Workspace / AWS</a:t>
            </a:r>
          </a:p>
          <a:p>
            <a:r>
              <a:rPr sz="1400">
                <a:solidFill>
                  <a:srgbClr val="1C1C1A"/>
                </a:solidFill>
              </a:rPr>
              <a:t>      Hardening, identity, Conditional Access, backup coverage, network infrastructure managed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UniFi network infrastructure management is bundled into every tier.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How a ticket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1911096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Any channel, any hour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Phone, SMS, web chat, and email all land in one AI support coordinator — Klaravex AI, always labeled as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2304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9776" y="1920240"/>
            <a:ext cx="1911096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AI triage &amp;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The coordinator scores the issue against six specialist engineering pillars and resolves routine work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0912" y="1920240"/>
            <a:ext cx="1911096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Every AI input and output passes policy filters. Escalation paths are enforced at two independent boundaries.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4576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1920240"/>
            <a:ext cx="1911096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Human judgment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9208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Security incidents, architecture, and compliance route to a senior engineer with a 2-hour commitment.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017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73184" y="1920240"/>
            <a:ext cx="1911096" cy="292608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2103120"/>
            <a:ext cx="16367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Calibri"/>
              </a:rPr>
              <a:t>Accountable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0344" y="2834640"/>
            <a:ext cx="16367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A"/>
                </a:solidFill>
                <a:latin typeface="Calibri"/>
              </a:rPr>
              <a:t>Every action logged; a human-review console covers approvals, billing, and exceptions.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Service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Foundation — ~$75–100 / user / month</a:t>
            </a:r>
          </a:p>
          <a:p>
            <a:r>
              <a:rPr sz="1400">
                <a:solidFill>
                  <a:srgbClr val="1C1C1A"/>
                </a:solidFill>
              </a:rPr>
              <a:t>      Managed IT core: AI-first support, patching, monitoring, backup coverage, network management.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Assurance — ~$100–150 / user / month</a:t>
            </a:r>
          </a:p>
          <a:p>
            <a:r>
              <a:rPr sz="1400">
                <a:solidFill>
                  <a:srgbClr val="1C1C1A"/>
                </a:solidFill>
              </a:rPr>
              <a:t>      Everything in Foundation plus security hardening, identity management, and compliance groundwork.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Directive — ~$150–250 / user / month</a:t>
            </a:r>
          </a:p>
          <a:p>
            <a:r>
              <a:rPr sz="1400">
                <a:solidFill>
                  <a:srgbClr val="1C1C1A"/>
                </a:solidFill>
              </a:rPr>
              <a:t>      Compliance readiness (HIPAA / SOC 2 / ISO 27001), managed detection &amp; response, and vCISO support. Where enterprise conversations 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Flat fee per user. No per-ticket billing — nobody has an incentive to keep the queue full.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Calibri"/>
              </a:rPr>
              <a:t>Proof, not promises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Secure Score 32% → 78% in under 60 days</a:t>
            </a:r>
          </a:p>
          <a:p>
            <a:r>
              <a:rPr sz="1400">
                <a:solidFill>
                  <a:srgbClr val="1C1C1A"/>
                </a:solidFill>
              </a:rPr>
              <a:t>      An engagement our founder led: M365 hardening, MFA enforcement, Conditional Access, email security — left cyber-insurance ready.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Full network replacement over one weekend</a:t>
            </a:r>
          </a:p>
          <a:p>
            <a:r>
              <a:rPr sz="1400">
                <a:solidFill>
                  <a:srgbClr val="1C1C1A"/>
                </a:solidFill>
              </a:rPr>
              <a:t>      Firewalls and switching across a multi-site SMB. Staff noticed faster Wi-Fi on Monday and nothing else.</a:t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4F46E5"/>
                </a:solidFill>
              </a:rPr>
              <a:t>  Two-hour response, in writing</a:t>
            </a:r>
          </a:p>
          <a:p>
            <a:r>
              <a:rPr sz="1400">
                <a:solidFill>
                  <a:srgbClr val="1C1C1A"/>
                </a:solidFill>
              </a:rPr>
              <a:t>      Missed commitments earn service credits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Ready for IT that reports honestly?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Free assessment: 45 minutes, a written report, nothing attached.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Calibri"/>
              </a:rPr>
              <a:t>hello@klaravex.com · (833) 990-2069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Calibri"/>
              </a:rPr>
              <a:t>klaravex.com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