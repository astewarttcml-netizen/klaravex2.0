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KLARAVEX PERSONAL —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Plain-English tech help, any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Calibri"/>
              </a:rPr>
              <a:t>Remote-only consumer tech support delivered by Klaravex AI — always labeled as AI, never pretending to be human. AI does the heavy lifting so a session stays $29 instead of a house call.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Pricing a person can say yes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$29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one-off session — pay only when you need help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$29/mo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Solo plan — ongoing help for one 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$39/mo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Family plan — parents and grandparents covered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scam &amp; hack recovery — for anyone, no purchase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Remote only — no house calls. That is how a session stays $29 instead of a truck roll.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Who it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Parents and grandparents</a:t>
            </a:r>
          </a:p>
          <a:p>
            <a:r>
              <a:rPr sz="1400">
                <a:solidFill>
                  <a:srgbClr val="1C1C1A"/>
                </a:solidFill>
              </a:rPr>
              <a:t>      Patient, jargon-free help with the printer, the Wi-Fi, the phone, the scam text.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Scam and hack victims</a:t>
            </a:r>
          </a:p>
          <a:p>
            <a:r>
              <a:rPr sz="1400">
                <a:solidFill>
                  <a:srgbClr val="1C1C1A"/>
                </a:solidFill>
              </a:rPr>
              <a:t>      Free recovery help — accounts, passwords, damage control — because that should never be paywalled.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Job seekers and solo founders</a:t>
            </a:r>
          </a:p>
          <a:p>
            <a:r>
              <a:rPr sz="1400">
                <a:solidFill>
                  <a:srgbClr val="1C1C1A"/>
                </a:solidFill>
              </a:rPr>
              <a:t>      Resume &amp; job-hunt tech kit, solo-business launch kit, AI skills coaching.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Anyone allergic to jargon</a:t>
            </a:r>
          </a:p>
          <a:p>
            <a:r>
              <a:rPr sz="1400">
                <a:solidFill>
                  <a:srgbClr val="1C1C1A"/>
                </a:solidFill>
              </a:rPr>
              <a:t>      Plain English, no judgment, any hour.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How a session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246888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Open the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Klara — the Klaravex AI coordinator — greets you on personal.klaravex.com. Clearly labeled AI, from the first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Describe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In plain English. Klara remembers the conversation — no repeating yourself.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Guided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Step-by-step, at your pace, with a screen-share when it helps.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Honest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If it needs more than a session, Klara says so in plain English — you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Trust is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Always labeled as AI</a:t>
            </a:r>
          </a:p>
          <a:p>
            <a:r>
              <a:rPr sz="1400">
                <a:solidFill>
                  <a:srgbClr val="1C1C1A"/>
                </a:solidFill>
              </a:rPr>
              <a:t>      Every chat is named Klaravex AI. No fake humans, no fake reviews, no invented ratings.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Privacy by design</a:t>
            </a:r>
          </a:p>
          <a:p>
            <a:r>
              <a:rPr sz="1400">
                <a:solidFill>
                  <a:srgbClr val="1C1C1A"/>
                </a:solidFill>
              </a:rPr>
              <a:t>      Consent asked up front; data handled per a plain-language privacy policy.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Transparent pricing</a:t>
            </a:r>
          </a:p>
          <a:p>
            <a:r>
              <a:rPr sz="1400">
                <a:solidFill>
                  <a:srgbClr val="1C1C1A"/>
                </a:solidFill>
              </a:rPr>
              <a:t>      The price on the page is the price. No upsell scripts.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Free where it matters most</a:t>
            </a:r>
          </a:p>
          <a:p>
            <a:r>
              <a:rPr sz="1400">
                <a:solidFill>
                  <a:srgbClr val="1C1C1A"/>
                </a:solidFill>
              </a:rPr>
              <a:t>      Scam and hack recovery is free because urgency should not be leverage.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Tech that actually works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A session is $29 — monthly plans from $29.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Scam or hack? Help is free. Start a chat any hour.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Calibri"/>
              </a:rPr>
              <a:t>personal.klaravex.com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