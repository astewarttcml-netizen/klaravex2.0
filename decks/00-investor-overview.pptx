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KLARAVEX LLC — INVESTOR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The AI-first managed IT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Managed IT and security for US SMBs where AI resolves 89% of issues instantly and senior judgment handles the rest — at margins a labor-based MSP cannot reach.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SMBs are priced out of real IT security</a:t>
            </a:r>
          </a:p>
          <a:p>
            <a:r>
              <a:rPr sz="1400">
                <a:solidFill>
                  <a:srgbClr val="1C1C1A"/>
                </a:solidFill>
              </a:rPr>
              <a:t>      Compliance-grade IT (HIPAA, SOC 2, ISO 27001 readiness) is enterprise-priced because it is delivered with enterprise headcount.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The MSP model is structurally conflicted</a:t>
            </a:r>
          </a:p>
          <a:p>
            <a:r>
              <a:rPr sz="1400">
                <a:solidFill>
                  <a:srgbClr val="1C1C1A"/>
                </a:solidFill>
              </a:rPr>
              <a:t>      Per-ticket billing rewards a full queue; vendor commissions shape recommendations; the people reporting on environment health are the ones responsible for it.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Consumers have nowhere honest to go</a:t>
            </a:r>
          </a:p>
          <a:p>
            <a:r>
              <a:rPr sz="1400">
                <a:solidFill>
                  <a:srgbClr val="1C1C1A"/>
                </a:solidFill>
              </a:rPr>
              <a:t>      A house call costs more than the device; urgency-driven scam 'help' preys on the vulnerable.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The product answer — two surfaces, one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klaravex.com (B2B)</a:t>
            </a:r>
          </a:p>
          <a:p>
            <a:r>
              <a:rPr sz="1400">
                <a:solidFill>
                  <a:srgbClr val="1C1C1A"/>
                </a:solidFill>
              </a:rPr>
              <a:t>      AI-first managed IT &amp; security. Flat fee per user ($75–250 across three tiers), 2-hour senior response with service credits, zero vendor commissions. Leads with the premium Directive tier: compliance readiness + MDR + vCISO.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personal.klaravex.com (consumer)</a:t>
            </a:r>
          </a:p>
          <a:p>
            <a:r>
              <a:rPr sz="1400">
                <a:solidFill>
                  <a:srgbClr val="1C1C1A"/>
                </a:solidFill>
              </a:rPr>
              <a:t>      Klaravex AI, always labeled as AI. $29 sessions, plans from $29/month, free scam &amp; hack recovery. Remote-only economics.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One AI engine underneath</a:t>
            </a:r>
          </a:p>
          <a:p>
            <a:r>
              <a:rPr sz="1400">
                <a:solidFill>
                  <a:srgbClr val="1C1C1A"/>
                </a:solidFill>
              </a:rPr>
              <a:t>      Voice, SMS, chat, and email converge on the same AI coordinator, guardrails, and escalation policy.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Unit economics of AI-first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89%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of support volume resolved by AI at near-zero marginal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11%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senior-judgment work — the only labor in the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$75–250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per user per month, flat — recurring, predictable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coverage in every time zone with no night-shift payroll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Every point of AI resolution is gross margin a labor-based MSP has to buy with headcount.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The moat: the company runs on its own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Autonomous engineering loop</a:t>
            </a:r>
          </a:p>
          <a:p>
            <a:r>
              <a:rPr sz="1400">
                <a:solidFill>
                  <a:srgbClr val="1C1C1A"/>
                </a:solidFill>
              </a:rPr>
              <a:t>      A closed reason–act–review–verify cycle ships features against a versioned PRD with quality gates, council review, and trust tracking.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Growth OS</a:t>
            </a:r>
          </a:p>
          <a:p>
            <a:r>
              <a:rPr sz="1400">
                <a:solidFill>
                  <a:srgbClr val="1C1C1A"/>
                </a:solidFill>
              </a:rPr>
              <a:t>      Autonomous revenue streams — leads, outreach, content, SEO — on independent schedulers with human-gated publishing. Revenue cadence survives even if the ops layer dies.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Operator console</a:t>
            </a:r>
          </a:p>
          <a:p>
            <a:r>
              <a:rPr sz="1400">
                <a:solidFill>
                  <a:srgbClr val="1C1C1A"/>
                </a:solidFill>
              </a:rPr>
              <a:t>      The entire company — delivery, pipeline, finances, agent fleet — on one screen with honest status. Built for one operator today; the multi-tenant version is the future product.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Radical-transparency brand</a:t>
            </a:r>
          </a:p>
          <a:p>
            <a:r>
              <a:rPr sz="1400">
                <a:solidFill>
                  <a:srgbClr val="1C1C1A"/>
                </a:solidFill>
              </a:rPr>
              <a:t>      AI always labeled, no fake reviews, public agent experiments. Trust as a durable differentiator in a low-trust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Founder-led wedge</a:t>
            </a:r>
          </a:p>
          <a:p>
            <a:r>
              <a:rPr sz="1400">
                <a:solidFill>
                  <a:srgbClr val="1C1C1A"/>
                </a:solidFill>
              </a:rPr>
              <a:t>      Warm B2B network from years of hands-on engagements (foundations, legal aid, professional services) — free written assessments as the opener.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Verticals with compliance pain</a:t>
            </a:r>
          </a:p>
          <a:p>
            <a:r>
              <a:rPr sz="1400">
                <a:solidFill>
                  <a:srgbClr val="1C1C1A"/>
                </a:solidFill>
              </a:rPr>
              <a:t>      Small law firms, accounting practices, medical offices — where the Directive tier is bought, not sold.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Autonomous top-of-funnel</a:t>
            </a:r>
          </a:p>
          <a:p>
            <a:r>
              <a:rPr sz="1400">
                <a:solidFill>
                  <a:srgbClr val="1C1C1A"/>
                </a:solidFill>
              </a:rPr>
              <a:t>      Growth OS streams generate leads, proposals, and content on cadence — with a public AI-agent scoreboard experiment as proof of governance.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Consumer as brand + volume</a:t>
            </a:r>
          </a:p>
          <a:p>
            <a:r>
              <a:rPr sz="1400">
                <a:solidFill>
                  <a:srgbClr val="1C1C1A"/>
                </a:solidFill>
              </a:rPr>
              <a:t>      Free scam recovery builds goodwill and word of mouth in exactly the demographic that buys the Family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Where investment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Scale the AI operations layer</a:t>
            </a:r>
          </a:p>
          <a:p>
            <a:r>
              <a:rPr sz="1400">
                <a:solidFill>
                  <a:srgbClr val="1C1C1A"/>
                </a:solidFill>
              </a:rPr>
              <a:t>      Dedicated inference infrastructure as ARR crosses the committed scaling trigger.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Cut over Growth OS streams</a:t>
            </a:r>
          </a:p>
          <a:p>
            <a:r>
              <a:rPr sz="1400">
                <a:solidFill>
                  <a:srgbClr val="1C1C1A"/>
                </a:solidFill>
              </a:rPr>
              <a:t>      From shadow mode to full autonomous cadence with human gates.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Productize the operator console</a:t>
            </a:r>
          </a:p>
          <a:p>
            <a:r>
              <a:rPr sz="1400">
                <a:solidFill>
                  <a:srgbClr val="1C1C1A"/>
                </a:solidFill>
              </a:rPr>
              <a:t>      Single-operator today → multi-tenant operating console as a second product line.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[Traction + financials]</a:t>
            </a:r>
          </a:p>
          <a:p>
            <a:r>
              <a:rPr sz="1400">
                <a:solidFill>
                  <a:srgbClr val="1C1C1A"/>
                </a:solidFill>
              </a:rPr>
              <a:t>      Placeholder — current MRR, pipeline, and 12-month plan to be added from live scorecards before any external send.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This deck contains no fabricated traction numbers; bracketed sections need real figures before it leaves the building.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AI-first services, honestly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Anthony Stewart — Klaravex LLC (Wyoming)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hello@klaravex.com · (833) 990-2069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