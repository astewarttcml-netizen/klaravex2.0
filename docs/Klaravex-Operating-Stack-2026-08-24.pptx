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laravex-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0"/>
            <a:ext cx="84124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PRODUCT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42062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4F4F7"/>
                </a:solidFill>
                <a:latin typeface="Calibri"/>
              </a:rPr>
              <a:t>Klaravex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77639"/>
            <a:ext cx="4114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A9AA8"/>
                </a:solidFill>
                <a:latin typeface="Calibri"/>
              </a:rPr>
              <a:t>Managed IT, powered by Klara AI.
Two sites. One operating console.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7CFF"/>
                </a:solidFill>
                <a:latin typeface="Calibri"/>
              </a:rPr>
              <a:t>klaravex.com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2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4F4F7"/>
                </a:solidFill>
                <a:latin typeface="Calibri"/>
              </a:rPr>
              <a:t>AI takes the first call.
A senior engineer takes the hard ones.</a:t>
            </a:r>
          </a:p>
        </p:txBody>
      </p:sp>
      <p:pic>
        <p:nvPicPr>
          <p:cNvPr id="7" name="Picture 6" descr="klaravex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11247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3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KLARAVEX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4F7"/>
                </a:solidFill>
                <a:latin typeface="Calibri"/>
              </a:rPr>
              <a:t>The business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713232"/>
            <a:ext cx="3840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9A9AA8"/>
                </a:solidFill>
                <a:latin typeface="Calibri"/>
              </a:rPr>
              <a:t>klaravex.com</a:t>
            </a:r>
          </a:p>
        </p:txBody>
      </p:sp>
      <p:pic>
        <p:nvPicPr>
          <p:cNvPr id="8" name="Picture 7" descr="klaravex-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4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KLARAVEX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4F7"/>
                </a:solidFill>
                <a:latin typeface="Calibri"/>
              </a:rPr>
              <a:t>What we sell is on the site</a:t>
            </a:r>
          </a:p>
        </p:txBody>
      </p:sp>
      <p:pic>
        <p:nvPicPr>
          <p:cNvPr id="7" name="Picture 6" descr="klaravex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5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PERSONAL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4F7"/>
                </a:solidFill>
                <a:latin typeface="Calibri"/>
              </a:rPr>
              <a:t>Home and home-office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713232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0">
                <a:solidFill>
                  <a:srgbClr val="9A9AA8"/>
                </a:solidFill>
                <a:latin typeface="Calibri"/>
              </a:rPr>
              <a:t>personal.klaravex.com</a:t>
            </a:r>
          </a:p>
        </p:txBody>
      </p:sp>
      <p:pic>
        <p:nvPicPr>
          <p:cNvPr id="8" name="Picture 7" descr="personal-klara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6  /  8</a:t>
            </a:r>
          </a:p>
        </p:txBody>
      </p:sp>
      <p:pic>
        <p:nvPicPr>
          <p:cNvPr id="5" name="Picture 4" descr="klaravex-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0"/>
            <a:ext cx="758952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KLARA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4389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4F4F7"/>
                </a:solidFill>
                <a:latin typeface="Calibri"/>
              </a:rPr>
              <a:t>The AI on the site.
Always labeled.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4297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A9AA8"/>
                </a:solidFill>
                <a:latin typeface="Calibri"/>
              </a:rPr>
              <a:t>Klara AI handles everyday IT. A named senior engineer steps in when judgment is required. Clients always know which one they’re talking 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7  /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KLARAVEX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4F4F7"/>
                </a:solidFill>
                <a:latin typeface="Calibri"/>
              </a:rPr>
              <a:t>The operating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A9AA8"/>
                </a:solidFill>
                <a:latin typeface="Calibri"/>
              </a:rPr>
              <a:t>One screen for the company: systems, agents, and communications.</a:t>
            </a:r>
          </a:p>
        </p:txBody>
      </p:sp>
      <p:pic>
        <p:nvPicPr>
          <p:cNvPr id="8" name="Picture 7" descr="os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8B7CFF"/>
                </a:solidFill>
                <a:latin typeface="Calibri"/>
              </a:rPr>
              <a:t>KLARAVEX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4F4F7"/>
                </a:solidFill>
                <a:latin typeface="Calibri"/>
              </a:rPr>
              <a:t>Keeps the sites and the outreach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A9AA8"/>
                </a:solidFill>
                <a:latin typeface="Calibri"/>
              </a:rPr>
              <a:t>Content, campaigns, and conversations that point back to the two websites. Not a second product — the growth layer behind this one.</a:t>
            </a:r>
          </a:p>
        </p:txBody>
      </p:sp>
      <p:pic>
        <p:nvPicPr>
          <p:cNvPr id="6" name="Picture 5" descr="klaravex-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4640"/>
            <a:ext cx="5532120" cy="3246120"/>
          </a:xfrm>
          <a:prstGeom prst="rect">
            <a:avLst/>
          </a:prstGeom>
        </p:spPr>
      </p:pic>
      <p:pic>
        <p:nvPicPr>
          <p:cNvPr id="7" name="Picture 6" descr="personal-klarav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834640"/>
            <a:ext cx="553212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C68"/>
                </a:solidFill>
                <a:latin typeface="Calibri"/>
              </a:rPr>
              <a:t>Klaravex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C5C68"/>
                </a:solidFill>
                <a:latin typeface="Calibr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